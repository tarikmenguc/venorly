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Blog-to-Video SaaS Araci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Go  |  Skor: 74/100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88"/>
                </a:solidFill>
              </a:rPr>
              <a:t>Venorly — AI Startup Fizibilite Platformu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Cozmek istedigimiz acik nedir?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E8E8"/>
                </a:solidFill>
              </a:rPr>
              <a:t>•  Mevcut araclar 2022 oncesi modelleri kullaniyor. WAN 2.1 ile 3x daha iyi kalite.</a:t>
            </a:r>
          </a:p>
          <a:p>
            <a:pPr algn="l"/>
            <a:r>
              <a:rPr sz="1600">
                <a:solidFill>
                  <a:srgbClr val="E8E8E8"/>
                </a:solidFill>
              </a:rPr>
              <a:t>•  Hedef kitle 49 TL odemeye hazir</a:t>
            </a:r>
          </a:p>
          <a:p>
            <a:pPr algn="l"/>
            <a:r>
              <a:rPr sz="1600">
                <a:solidFill>
                  <a:srgbClr val="E8E8E8"/>
                </a:solidFill>
              </a:rPr>
              <a:t>•  WAN 2.1 API maliyeti 0.05 TL/video altinda kalacak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Cozum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Ne inşa ediyoruz?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Blog yazilarinizi 60 saniyede profesyonel videoya donusturun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E8E8"/>
                </a:solidFill>
              </a:rPr>
              <a:t>•  Gun 1: Video uretim surenizi soran mail</a:t>
            </a:r>
          </a:p>
          <a:p>
            <a:pPr algn="l"/>
            <a:r>
              <a:rPr sz="1600">
                <a:solidFill>
                  <a:srgbClr val="E8E8E8"/>
                </a:solidFill>
              </a:rPr>
              <a:t>•  Gun 3: Demo linki gonder</a:t>
            </a:r>
          </a:p>
          <a:p>
            <a:pPr algn="l"/>
            <a:r>
              <a:rPr sz="1600">
                <a:solidFill>
                  <a:srgbClr val="E8E8E8"/>
                </a:solidFill>
              </a:rPr>
              <a:t>•  Gun 7: Ucretsiz deneme daveti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Pazar Buyuklugu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Adreslenebilir firsatin boyutu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2.1 Milyar Dolar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TAM
3M creator x 700 TL/yil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850K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55448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1600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%18.4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148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CAGR (Yillik Buyume)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Kaynak: Grand View Research snippet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Rekabet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Kim var, ne eksik?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Lumen5: Eski model kalitesi, 2022 oncesi gorsel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Pictory: Yavash render, ses senkron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5CF6"/>
                </a:solidFill>
              </a:rPr>
              <a:t>Bizim farkımız: Mevcut araclar 2022 oncesi modelleri kullaniyor. WAN 2.1 ile 3x daha iyi kalite.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Is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Nasil para kazaniyoruz?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Freemium | Pro: 49 TL/ay | Agency: 149 TL/ay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74320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450 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LTV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74320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2788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120 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CAC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743200"/>
            <a:ext cx="320040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788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0.04 TL/video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CPU Maliyeti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Teknik Altyapi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Nasil insaediyoruz?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WAN 2.1 + FastAPI + Supabase + Stripe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CC"/>
                </a:solidFill>
              </a:rPr>
              <a:t>AI Karar Konsensus: Groq: Go | Gemini: Go — iki model uyumlu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GTM &amp; Hedef Kitle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Ilk musteriye nasil ulasiriz?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</a:rPr>
              <a:t>ICP: Icerik ajanslari, 5-50 kisilik ekipler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60 Saniyede Blog Videonuz Hazir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Cold DM ornegi: Merhaba, blog yazılarınızı otomatik videoya çeviren araç üzerinde çalışıyorum.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Finansal Ozet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Birim ekonomisi ve projeksiyon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30352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450 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LTV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120 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CAC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30352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850K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SOM (Yil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5303520" cy="1097280"/>
          </a:xfrm>
          <a:prstGeom prst="rect">
            <a:avLst/>
          </a:prstGeom>
          <a:solidFill>
            <a:srgbClr val="2A2A3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063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74/100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Agirlikli Skor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B308"/>
                </a:solidFill>
              </a:rPr>
              <a:t>Guven Endeksi: 72%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Siradaki Adim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</a:rPr>
              <a:t>Erken erisim listesine katil, ilk 100 kullaniciya ucretsiz.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99CC"/>
                </a:solidFill>
              </a:rPr>
              <a:t>Alternatif Yonler: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8E8"/>
                </a:solidFill>
              </a:rPr>
              <a:t>•  Pazarlama ajansları yerine YouTuber'ları hedef al</a:t>
            </a:r>
          </a:p>
          <a:p>
            <a:pPr algn="l"/>
            <a:r>
              <a:rPr sz="1300">
                <a:solidFill>
                  <a:srgbClr val="E8E8E8"/>
                </a:solidFill>
              </a:rPr>
              <a:t>•  Sadece Linkedin video formatı üzerine odaklan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88"/>
                </a:solidFill>
              </a:rPr>
              <a:t>venorly.com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